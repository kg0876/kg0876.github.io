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CONTROL PORTFOLIO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Banking Platform Upgrade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bank IT project run end-to-end — schedule, cost control, governance and executive reporting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$1.26M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controlled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OSFI B-13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driver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3429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tools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0684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Project · D365 · Excel · Power BI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Keshaav Gite  ·  Project Coordinator / PCO  ·  PMP, CSM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kg0876.github.io   ·   keshavg0876@gmail.com   ·   (437) 331-5861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project on a fictional bank — built to real bank-grade standards to demonstrate PCO capability.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&amp; My Toolchain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in its real place — the way a bank PCO actually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3DDC9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Schedule, WBS, dependencies, milestones, baseline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54C1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 365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986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Vendors, POs, invoices — actuals come from the AP export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858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· change control · budget vs actual · EAC forecast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3DDC9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8188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executive dashboard for steering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554480"/>
            <a:ext cx="3931920" cy="2468880"/>
          </a:xfrm>
          <a:prstGeom prst="rect">
            <a:avLst/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pic>
        <p:nvPicPr>
          <p:cNvPr id="21" name="Image 0" descr="gant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00200"/>
            <a:ext cx="384048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724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Project — my baselined schedule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governance documents in one control pack — business case, charter, stakeholder register, WBS, budget, RAID, change control, actions, decisions, milestone tracker, status report.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That Shows Seniority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the truth, not just the surface number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Actual vs Budget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GREEN on the surface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−0.1%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157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Committed POs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 juniors forget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$214,600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21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at Completion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$1,260,000 budget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794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$1,291,461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27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at Completion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AMBER, not Green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4800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−$31,461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5303520" cy="3017520"/>
          </a:xfrm>
          <a:prstGeom prst="rect">
            <a:avLst/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pic>
        <p:nvPicPr>
          <p:cNvPr id="21" name="Image 0" descr="exc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45920"/>
            <a:ext cx="5212080" cy="2651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0" y="4343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Excel cost model — EAC engine, S-curve, auto RAG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7607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4251C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8521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interview line:  </a:t>
            </a:r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“Reporting Green on year-to-date spend alone would have been true — and misleading. Committed POs put us $31K over, so I reported Amber and brought a contingency drawdown to the sponsor.”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 hiring manager can verify by opening the artifacts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64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305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baselined a 33-task schedule with dependencies &amp; critical path in MS Project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830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54C1F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64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control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305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 Actual vs Committed → EAC forecasting, variance analysis, S-curve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546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363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financials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5021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 a D365-format AP export — caught a duplicate invoice, a missing-PO breach, unposted invoices &amp; an FX item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1546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3DDC97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1363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35021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RAID, change control (incl. a rejected CR), decision log, steering-grade status reporting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54C1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07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873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Power BI dashboard with slicers for the steering committee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343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C3D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5262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507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awareness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4873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OSFI B-13 driver; Risk &amp; Compliance go-live veto in the approval matrix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live:  </a:t>
            </a:r>
            <a:pPr algn="ctr" indent="0" marL="0">
              <a:buNone/>
            </a:pPr>
            <a:r>
              <a:rPr lang="en-US" sz="1500" b="1" dirty="0">
                <a:solidFill>
                  <a:srgbClr val="54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kg0876.github.io</a:t>
            </a:r>
            <a:pPr algn="ctr" indent="0" marL="0">
              <a:buNone/>
            </a:pPr>
            <a:r>
              <a:rPr lang="en-US" sz="1500" dirty="0">
                <a:solidFill>
                  <a:srgbClr val="8B9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—    every artifact is downloadable.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Keshaav Gite</dc:creator>
  <cp:lastModifiedBy>Keshaav Gite</cp:lastModifiedBy>
  <cp:revision>1</cp:revision>
  <dcterms:created xsi:type="dcterms:W3CDTF">2026-07-16T05:28:14Z</dcterms:created>
  <dcterms:modified xsi:type="dcterms:W3CDTF">2026-07-16T05:28:14Z</dcterms:modified>
</cp:coreProperties>
</file>